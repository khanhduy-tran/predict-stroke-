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304" r:id="rId4"/>
    <p:sldId id="36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422" autoAdjust="0"/>
  </p:normalViewPr>
  <p:slideViewPr>
    <p:cSldViewPr>
      <p:cViewPr varScale="1">
        <p:scale>
          <a:sx n="101" d="100"/>
          <a:sy n="101" d="100"/>
        </p:scale>
        <p:origin x="191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6FEFD-DC63-4908-8956-E7BEF7C9C819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8E1B9-E9E2-4023-9376-00A13B11C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6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365126"/>
            <a:ext cx="6982736" cy="946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70" y="1431235"/>
            <a:ext cx="8325016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8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1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9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652" y="365126"/>
            <a:ext cx="6971889" cy="959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5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3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9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2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84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35163"/>
            <a:ext cx="4038600" cy="4389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35163"/>
            <a:ext cx="4038600" cy="4389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269C3-A82F-4F8D-AB1E-6DD87EA405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0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365126"/>
            <a:ext cx="6982736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408" y="1447137"/>
            <a:ext cx="8091943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38243" y="6520441"/>
            <a:ext cx="1147807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528987"/>
            <a:ext cx="30861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528987"/>
            <a:ext cx="20574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71F77-5179-43AF-8B7B-42597CB0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5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5 –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VÀ DỰ ĐOÁN BỆNH ĐỘT QUỴ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dung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	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278E2-E73C-7A64-24DC-332ED1D8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65" y="2514600"/>
            <a:ext cx="2562225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D4883-5376-0315-C875-BCF1581F9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624469"/>
            <a:ext cx="64103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9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1F77-5179-43AF-8B7B-42597CB058C2}" type="slidenum">
              <a:rPr lang="en-US" smtClean="0"/>
              <a:t>3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660432-3667-2A10-EB79-181276F52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6067425" cy="149542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AF4530-A88B-5905-20D1-AF5F7A18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26659"/>
            <a:ext cx="6686550" cy="1257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336D61-A182-56EF-2E9A-F7BC5DA72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278603"/>
            <a:ext cx="6257925" cy="9429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4F4A50-90E8-7CFA-1F89-ACABF45A9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445124"/>
            <a:ext cx="63722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5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A269C3-A82F-4F8D-AB1E-6DD87EA40533}" type="slidenum">
              <a:rPr lang="en-US" sz="1600" smtClean="0"/>
              <a:pPr>
                <a:defRPr/>
              </a:pPr>
              <a:t>4</a:t>
            </a:fld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C1CE92-C146-6D15-50AB-EE0D648901B4}"/>
              </a:ext>
            </a:extLst>
          </p:cNvPr>
          <p:cNvSpPr txBox="1"/>
          <p:nvPr/>
        </p:nvSpPr>
        <p:spPr>
          <a:xfrm>
            <a:off x="3040971" y="3013501"/>
            <a:ext cx="31197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+mj-lt"/>
              </a:rPr>
              <a:t>Xin </a:t>
            </a:r>
            <a:r>
              <a:rPr lang="en-US" sz="4800" dirty="0" err="1">
                <a:latin typeface="+mj-lt"/>
              </a:rPr>
              <a:t>cảm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ơn</a:t>
            </a:r>
            <a:r>
              <a:rPr lang="en-US" sz="4800" dirty="0"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58306072"/>
      </p:ext>
    </p:extLst>
  </p:cSld>
  <p:clrMapOvr>
    <a:masterClrMapping/>
  </p:clrMapOvr>
</p:sld>
</file>

<file path=ppt/theme/theme1.xml><?xml version="1.0" encoding="utf-8"?>
<a:theme xmlns:a="http://schemas.openxmlformats.org/drawingml/2006/main" name="Java-Chapter 1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Unit 1. COMPUTER APPLICATIONS</Template>
  <TotalTime>194</TotalTime>
  <Words>58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Java-Chapter 1 4</vt:lpstr>
      <vt:lpstr>Chuyên đề 5 – Phân tích và xử lý dữ liệu</vt:lpstr>
      <vt:lpstr>Nội dung</vt:lpstr>
      <vt:lpstr>Nội dung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XỬ LÝ TÍN HIỆU SỐ</dc:title>
  <dc:creator>Dell</dc:creator>
  <cp:lastModifiedBy>Trần Khánh Duy</cp:lastModifiedBy>
  <cp:revision>22</cp:revision>
  <dcterms:created xsi:type="dcterms:W3CDTF">2020-12-31T08:48:10Z</dcterms:created>
  <dcterms:modified xsi:type="dcterms:W3CDTF">2022-12-28T10:02:31Z</dcterms:modified>
</cp:coreProperties>
</file>